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 type="screen16x9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  <Relationship Id="rId14" Type="http://schemas.openxmlformats.org/officeDocument/2006/relationships/slide" Target="slides/slide13.xml"/>
  <Relationship Id="rId15" Type="http://schemas.openxmlformats.org/officeDocument/2006/relationships/slide" Target="slides/slide14.xml"/>
  <Relationship Id="rId16" Type="http://schemas.openxmlformats.org/officeDocument/2006/relationships/slide" Target="slides/slide15.xml"/>
  <Relationship Id="rId17" Type="http://schemas.openxmlformats.org/officeDocument/2006/relationships/slide" Target="slides/slide16.xml"/>
  <Relationship Id="rId18" Type="http://schemas.openxmlformats.org/officeDocument/2006/relationships/slide" Target="slides/slide17.xml"/>
  <Relationship Id="rId19" Type="http://schemas.openxmlformats.org/officeDocument/2006/relationships/slide" Target="slides/slide18.xml"/>
  <Relationship Id="rId20" Type="http://schemas.openxmlformats.org/officeDocument/2006/relationships/slide" Target="slides/slide19.xml"/>
  <Relationship Id="rId21" Type="http://schemas.openxmlformats.org/officeDocument/2006/relationships/slide" Target="slides/slide20.xml"/>
  <Relationship Id="rId22" Type="http://schemas.openxmlformats.org/officeDocument/2006/relationships/slide" Target="slides/slide21.xml"/>
  <Relationship Id="rId23" Type="http://schemas.openxmlformats.org/officeDocument/2006/relationships/slide" Target="slides/slide22.xml"/>
  <Relationship Id="rId24" Type="http://schemas.openxmlformats.org/officeDocument/2006/relationships/slide" Target="slides/slide23.xml"/>
  <Relationship Id="rId25" Type="http://schemas.openxmlformats.org/officeDocument/2006/relationships/slide" Target="slides/slide24.xml"/>
  <Relationship Id="rId26" Type="http://schemas.openxmlformats.org/officeDocument/2006/relationships/slide" Target="slides/slide25.xml"/>
  <Relationship Id="rId27" Type="http://schemas.openxmlformats.org/officeDocument/2006/relationships/slide" Target="slides/slide26.xml"/>
  <Relationship Id="rId28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.png"/>
  <Relationship Id="rId2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  <Relationship Id="rId2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3.png"/>
  <Relationship Id="rId2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4.png"/>
  <Relationship Id="rId2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5.png"/>
  <Relationship Id="rId2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6.png"/>
  <Relationship Id="rId2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7.png"/>
  <Relationship Id="rId2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8.png"/>
  <Relationship Id="rId2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9.png"/>
  <Relationship Id="rId2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0.png"/>
  <Relationship Id="rId2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1.png"/>
  <Relationship Id="rId2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2.png"/>
  <Relationship Id="rId2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3.png"/>
  <Relationship Id="rId2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4.png"/>
  <Relationship Id="rId2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5.png"/>
  <Relationship Id="rId2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6.png"/>
  <Relationship Id="rId2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7.png"/>
  <Relationship Id="rId2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8.png"/>
  <Relationship Id="rId2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9.png"/>
  <Relationship Id="rId2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0.png"/>
  <Relationship Id="rId2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1.png"/>
  <Relationship Id="rId2" Type="http://schemas.openxmlformats.org/officeDocument/2006/relationships/slideLayout" Target="../slideLayouts/slideLayout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2.png"/>
  <Relationship Id="rId2" Type="http://schemas.openxmlformats.org/officeDocument/2006/relationships/slideLayout" Target="../slideLayouts/slideLayout1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3.png"/>
  <Relationship Id="rId2" Type="http://schemas.openxmlformats.org/officeDocument/2006/relationships/slideLayout" Target="../slideLayouts/slideLayout1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4.png"/>
  <Relationship Id="rId2" Type="http://schemas.openxmlformats.org/officeDocument/2006/relationships/slideLayout" Target="../slideLayouts/slideLayout1.xml"/>
</Relationships>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5.png"/>
  <Relationship Id="rId2" Type="http://schemas.openxmlformats.org/officeDocument/2006/relationships/slideLayout" Target="../slideLayouts/slideLayout1.xml"/>
</Relationships>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6.png"/>
  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5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6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7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8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9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0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1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2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3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4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5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6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7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8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9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0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1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2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3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4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5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6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ЦПФСР Premium">
  <a:themeElements>
    <a:clrScheme name="ЦПФСР">
      <a:dk1>
        <a:srgbClr val="0B1220"/>
      </a:dk1>
      <a:lt1>
        <a:srgbClr val="F7F4EE"/>
      </a:lt1>
      <a:dk2>
        <a:srgbClr val="0E1117"/>
      </a:dk2>
      <a:lt2>
        <a:srgbClr val="C9CED6"/>
      </a:lt2>
      <a:accent1>
        <a:srgbClr val="C9A14A"/>
      </a:accent1>
      <a:accent2>
        <a:srgbClr val="7A5C2E"/>
      </a:accent2>
      <a:accent3>
        <a:srgbClr val="F2D88A"/>
      </a:accent3>
      <a:accent4>
        <a:srgbClr val="ECEEF2"/>
      </a:accent4>
      <a:accent5>
        <a:srgbClr val="8C95A4"/>
      </a:accent5>
      <a:accent6>
        <a:srgbClr val="B0202E"/>
      </a:accent6>
      <a:hlink>
        <a:srgbClr val="C9A14A"/>
      </a:hlink>
      <a:folHlink>
        <a:srgbClr val="7A5C2E"/>
      </a:folHlink>
    </a:clrScheme>
    <a:fontScheme name="ЦПФСР">
      <a:majorFont>
        <a:latin typeface="Manrope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  <a:ln w="25400" cap="flat" cmpd="sng" algn="ctr">
          <a:solidFill>
            <a:schemeClr val="phClr"/>
          </a:solidFill>
        </a:ln>
        <a:ln w="3810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Center Group Company</Application>
  <Company>Center Group Company</Company>
  <Slides>26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ЦПФСР — Презентация отчёта об оценке</dc:title>
  <dc:creator>Кагиров Абдул-Хаким Ахмадович (Аслан Каа)</dc:creator>
  <cp:lastModifiedBy>Кагиров Абдул-Хаким Ахмадович (Аслан Каа)</cp:lastModifiedBy>
  <dc:subject>Valuation Deck — Highest Tier — IVS 2025 / IFRS 13</dc:subject>
  <dcterms:created xsi:type="dcterms:W3CDTF">2026-05-27T01:10:07Z</dcterms:created>
  <dcterms:modified xsi:type="dcterms:W3CDTF">2026-05-27T01:10:07Z</dcterms:modified>
</cp:coreProperties>
</file>